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0F5AE-9E1D-A27D-7440-44A67A8D1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2BC6C2-6FE5-C9E9-A07B-83E4A3AC7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CF0208-8127-5E30-B22B-7AA951DD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D6AEF2-E3BD-0AAB-FBF7-73E0B5DE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140425-FC11-AFB3-E97D-FB947667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0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1687C-EBDC-E8C0-BBAE-61F8A3C9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E228DF-46F3-4972-4BB2-B96537A96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F44792-BD6D-76F0-A364-AC01B038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BCE4CA-5DB9-BBD3-4872-5E25CAE4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D93E5B-35D7-1077-57FF-39D2423A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65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648F9C-8248-725D-7074-46D3BFC9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850D19-0C11-3CC3-780F-0D90C1E9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1E1A14-6AA3-1C2D-66C0-FD7753F5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3C6390-AE95-B139-E86F-103F3FC5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7399F3-5367-9C6E-4EC8-3D5751D8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17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9F17E-33F5-E638-5E99-C3E4F99E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D0223E-E405-D324-7B2C-7A7AC343C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C9058E-05EC-7EEC-06BB-9FD073493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1D6701-8743-F1A7-3E57-E3FA8315F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1F6E08-CDDF-A95B-90A0-9452242A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2349BA-E7A7-4395-9A91-5649CEBE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41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6C6F6-97A9-EC1B-DD76-6D35A179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290FF8-5C1D-40D7-035E-A252DAF9E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B79690-4AEE-A55A-8089-BC7CF5031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AADC246-016D-C302-3837-B0EDE252F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57D1B3D-D4C3-9BBA-D7B1-3C1C1A94D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047E87-5EA6-A318-F001-6A957A0F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39578E-AC00-5768-CF70-017D7DD2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80785F6-7945-51FB-23D5-742DB959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815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6FE467-67A7-6EDF-6A7C-A722281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1B4C86-56E3-40A9-DB7D-902883D1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DBF455-216E-67B0-8A56-169A8387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6681EB-B74D-DEC1-7A4B-83953869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68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442EEC-2CA2-36EA-9F9D-19028B50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6087E8C-FC51-46B9-97C4-55EBF6CA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6AE00F-2227-5145-E05F-1C11D3FE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96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B2E24-6A6D-F36B-9EC5-4F493A23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5E707F-7929-910C-253F-AD59CC69F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626CDF-9ACA-B0DE-7586-890472066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029468-A4DB-A5ED-8931-62702B37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452D51-42FE-5491-9523-74A542CC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EA6EB4-AEE0-D17E-09C0-159B3787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135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C5C10-557D-4C48-3ECD-9032B8DA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CBD04C-EE2B-59FE-22FF-BE8E5A0C8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263BB2-1A02-A359-F700-7A3FA698E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320C79-1A8F-114B-2842-D958EB76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5225EF-A2D6-4A78-E663-C80F65D2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0058EE-0320-FCB6-DFC9-30EEE410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3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0D6B9-7DDA-BB49-2B44-0296EC5BB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A3DEC3-4AFD-C448-27D8-5D11F422B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3FBE3C-B95E-D540-0308-25923D3A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5EB6FC-A979-52D6-4126-A774CA2A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1AF155-62CA-D718-E1A5-85740043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6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9054CF-07FF-56B5-5CE2-E9D13BAB3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BB7477-8587-259E-6472-46F071938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CCFA9E-887D-1227-C3FD-6A675C04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E65D8F-B329-6D5F-B2C8-8E47C6E4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A09560-6E56-F8C8-124D-949DE2EB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41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A971F4A-8694-0115-1273-4152F5DD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6C915C-5DA1-1390-F3EB-380CE66F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F89D00-7276-A0B2-172F-3BAA8EDB6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C1DF2-789A-4E0C-B802-8D6C2F992551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99341-FB4E-1038-A408-AC1A65588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30024C-58F9-1F03-6D2B-483A0F773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802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DBD83-B916-CDD6-0D41-57B324DB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3539AFB6-22A3-5C43-B313-B8C13BB501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54162" y="621012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𝐺𝑒𝑛𝑑𝑒𝑟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3539AFB6-22A3-5C43-B313-B8C13BB50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162" y="621012"/>
                <a:ext cx="1014599" cy="4514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3F95762B-6215-140E-FB2B-002F4FCDE4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17559" y="3423822"/>
                <a:ext cx="1005793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𝑅𝑜𝑦𝑎𝑙𝑡𝑦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3F95762B-6215-140E-FB2B-002F4FCDE4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559" y="3423822"/>
                <a:ext cx="1005793" cy="451409"/>
              </a:xfrm>
              <a:prstGeom prst="rect">
                <a:avLst/>
              </a:prstGeom>
              <a:blipFill>
                <a:blip r:embed="rId3"/>
                <a:stretch>
                  <a:fillRect l="-4242" b="-13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2BD1004-704A-947B-2AE5-5A7EDF45D129}"/>
              </a:ext>
            </a:extLst>
          </p:cNvPr>
          <p:cNvCxnSpPr>
            <a:cxnSpLocks/>
          </p:cNvCxnSpPr>
          <p:nvPr/>
        </p:nvCxnSpPr>
        <p:spPr>
          <a:xfrm flipV="1">
            <a:off x="1764098" y="3649528"/>
            <a:ext cx="5571574" cy="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EE605BD-7709-5815-C3A6-189BFC185647}"/>
              </a:ext>
            </a:extLst>
          </p:cNvPr>
          <p:cNvCxnSpPr>
            <a:cxnSpLocks/>
          </p:cNvCxnSpPr>
          <p:nvPr/>
        </p:nvCxnSpPr>
        <p:spPr>
          <a:xfrm flipV="1">
            <a:off x="4561462" y="1062067"/>
            <a:ext cx="0" cy="517492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78C0A6C3-8781-9115-B7FF-C9FAA3A74914}"/>
              </a:ext>
            </a:extLst>
          </p:cNvPr>
          <p:cNvCxnSpPr>
            <a:cxnSpLocks/>
          </p:cNvCxnSpPr>
          <p:nvPr/>
        </p:nvCxnSpPr>
        <p:spPr>
          <a:xfrm flipV="1">
            <a:off x="4561460" y="2217761"/>
            <a:ext cx="0" cy="143176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14928C0-FFDE-38BD-A392-21E647AA67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63468" y="3638821"/>
            <a:ext cx="0" cy="143176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1767E854-31C3-2A65-1B3F-B426E1F4F6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0473" y="4982026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𝑀𝑎𝑛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1767E854-31C3-2A65-1B3F-B426E1F4F6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473" y="4982026"/>
                <a:ext cx="1014599" cy="451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041265D4-72F8-0373-6554-54F47992AF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11708" y="2012226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𝑊𝑜𝑚𝑎𝑛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041265D4-72F8-0373-6554-54F47992A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708" y="2012226"/>
                <a:ext cx="1014599" cy="451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F134CD1F-DA31-4CFA-FE96-57A783AD5B3D}"/>
              </a:ext>
            </a:extLst>
          </p:cNvPr>
          <p:cNvCxnSpPr>
            <a:cxnSpLocks/>
          </p:cNvCxnSpPr>
          <p:nvPr/>
        </p:nvCxnSpPr>
        <p:spPr>
          <a:xfrm>
            <a:off x="4549885" y="3628118"/>
            <a:ext cx="1284533" cy="1453173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B206D990-E922-9ED9-BD1F-37BF421D6E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834418" y="3649525"/>
            <a:ext cx="0" cy="143176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722C1EC4-BFD6-4678-883F-F42026C76B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95241" y="4107993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𝑀𝑎𝑛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722C1EC4-BFD6-4678-883F-F42026C76B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241" y="4107993"/>
                <a:ext cx="1014599" cy="451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005D8DCC-F437-87C1-1F16-0D1C2E6462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88700" y="5015229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𝐾𝑖𝑛𝑔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005D8DCC-F437-87C1-1F16-0D1C2E6462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700" y="5015229"/>
                <a:ext cx="1014599" cy="451409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1735EF2D-A847-7F2C-F36B-D63AD1B6724E}"/>
              </a:ext>
            </a:extLst>
          </p:cNvPr>
          <p:cNvCxnSpPr>
            <a:cxnSpLocks/>
          </p:cNvCxnSpPr>
          <p:nvPr/>
        </p:nvCxnSpPr>
        <p:spPr>
          <a:xfrm flipV="1">
            <a:off x="5834417" y="2217761"/>
            <a:ext cx="0" cy="143176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29328BD9-5D22-E93D-3F18-8625C90278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0284" y="2757063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𝑊𝑜𝑚𝑎𝑛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29328BD9-5D22-E93D-3F18-8625C9027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284" y="2757063"/>
                <a:ext cx="1014599" cy="4514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D119FCC8-8F0F-AE8B-B197-EB49D15B273C}"/>
              </a:ext>
            </a:extLst>
          </p:cNvPr>
          <p:cNvCxnSpPr>
            <a:cxnSpLocks/>
          </p:cNvCxnSpPr>
          <p:nvPr/>
        </p:nvCxnSpPr>
        <p:spPr>
          <a:xfrm flipV="1">
            <a:off x="4561460" y="2237931"/>
            <a:ext cx="1272957" cy="143220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FEF74CB7-F259-B367-C07D-001B96A7FB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4109" y="1819002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𝑄𝑢𝑒𝑒𝑛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FEF74CB7-F259-B367-C07D-001B96A7FB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109" y="1819002"/>
                <a:ext cx="1014599" cy="451409"/>
              </a:xfrm>
              <a:prstGeom prst="rect">
                <a:avLst/>
              </a:prstGeom>
              <a:blipFill>
                <a:blip r:embed="rId9"/>
                <a:stretch>
                  <a:fillRect b="-13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69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442E6-A919-CCE6-8538-1BC26EA8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F61E23D1-B235-FF1A-D471-B6B0565DB3FB}"/>
              </a:ext>
            </a:extLst>
          </p:cNvPr>
          <p:cNvSpPr>
            <a:spLocks noChangeAspect="1"/>
          </p:cNvSpPr>
          <p:nvPr/>
        </p:nvSpPr>
        <p:spPr>
          <a:xfrm>
            <a:off x="3855577" y="621012"/>
            <a:ext cx="1411765" cy="4514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Instrument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E38AB04-719B-E8A7-1E94-334C80025B0F}"/>
              </a:ext>
            </a:extLst>
          </p:cNvPr>
          <p:cNvSpPr>
            <a:spLocks noChangeAspect="1"/>
          </p:cNvSpPr>
          <p:nvPr/>
        </p:nvSpPr>
        <p:spPr>
          <a:xfrm>
            <a:off x="7417559" y="3423822"/>
            <a:ext cx="1005793" cy="4514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B38B6B5-D38A-E239-3BED-379BB72C6731}"/>
              </a:ext>
            </a:extLst>
          </p:cNvPr>
          <p:cNvCxnSpPr>
            <a:cxnSpLocks/>
          </p:cNvCxnSpPr>
          <p:nvPr/>
        </p:nvCxnSpPr>
        <p:spPr>
          <a:xfrm flipV="1">
            <a:off x="1764098" y="3649528"/>
            <a:ext cx="5571574" cy="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853751C-316B-F706-B939-4EF60FD80E9C}"/>
              </a:ext>
            </a:extLst>
          </p:cNvPr>
          <p:cNvCxnSpPr>
            <a:cxnSpLocks/>
          </p:cNvCxnSpPr>
          <p:nvPr/>
        </p:nvCxnSpPr>
        <p:spPr>
          <a:xfrm flipV="1">
            <a:off x="4561462" y="1062067"/>
            <a:ext cx="0" cy="517492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514A08DC-A8D4-246E-9C8A-1FEE06AFE007}"/>
              </a:ext>
            </a:extLst>
          </p:cNvPr>
          <p:cNvCxnSpPr>
            <a:cxnSpLocks/>
          </p:cNvCxnSpPr>
          <p:nvPr/>
        </p:nvCxnSpPr>
        <p:spPr>
          <a:xfrm flipV="1">
            <a:off x="4561460" y="2217761"/>
            <a:ext cx="0" cy="143176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7772DEFB-8B71-FCBC-54A1-AEC1B798C25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63468" y="3638821"/>
            <a:ext cx="0" cy="143176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2279859E-7683-F4F2-2E99-9B176DF833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54186" y="4876996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𝐺𝑢𝑖𝑡𝑎𝑟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2279859E-7683-F4F2-2E99-9B176DF833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186" y="4876996"/>
                <a:ext cx="1014599" cy="4514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1D654034-8874-D276-70B6-8B22618415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05734" y="2024028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𝑆𝑦𝑛𝑡h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1D654034-8874-D276-70B6-8B22618415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734" y="2024028"/>
                <a:ext cx="1014599" cy="451409"/>
              </a:xfrm>
              <a:prstGeom prst="rect">
                <a:avLst/>
              </a:prstGeom>
              <a:blipFill>
                <a:blip r:embed="rId3"/>
                <a:stretch>
                  <a:fillRect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4F934411-4107-31ED-8657-A160165227F2}"/>
              </a:ext>
            </a:extLst>
          </p:cNvPr>
          <p:cNvCxnSpPr>
            <a:cxnSpLocks/>
          </p:cNvCxnSpPr>
          <p:nvPr/>
        </p:nvCxnSpPr>
        <p:spPr>
          <a:xfrm>
            <a:off x="4549885" y="3628118"/>
            <a:ext cx="1284533" cy="1453173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169AECC8-1D90-8A82-573D-E35852FC9EA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834418" y="3649525"/>
            <a:ext cx="0" cy="143176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3CFEA46D-1247-0E87-0078-AF0208AAF9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34417" y="4106671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𝐺𝑢𝑖𝑡𝑎𝑟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3CFEA46D-1247-0E87-0078-AF0208AAF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417" y="4106671"/>
                <a:ext cx="1014599" cy="451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016A7726-B56C-8A48-1E10-A65C049A85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88700" y="5015229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𝐻𝑒𝑎𝑣𝑦</m:t>
                      </m:r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𝑀𝑒𝑡𝑎𝑙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016A7726-B56C-8A48-1E10-A65C049A8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700" y="5015229"/>
                <a:ext cx="1014599" cy="451409"/>
              </a:xfrm>
              <a:prstGeom prst="rect">
                <a:avLst/>
              </a:prstGeom>
              <a:blipFill>
                <a:blip r:embed="rId5"/>
                <a:stretch>
                  <a:fillRect l="-28313" r="-21084" b="-27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25232D6C-572E-85C8-7D40-82FAAEF4DE48}"/>
              </a:ext>
            </a:extLst>
          </p:cNvPr>
          <p:cNvCxnSpPr>
            <a:cxnSpLocks/>
          </p:cNvCxnSpPr>
          <p:nvPr/>
        </p:nvCxnSpPr>
        <p:spPr>
          <a:xfrm flipV="1">
            <a:off x="5834417" y="2217761"/>
            <a:ext cx="0" cy="143176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2E19EB76-D0B3-BCA9-4B23-7FB5CB9FAF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0284" y="2757063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𝑆𝑦𝑛𝑡h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2E19EB76-D0B3-BCA9-4B23-7FB5CB9FA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284" y="2757063"/>
                <a:ext cx="1014599" cy="451409"/>
              </a:xfrm>
              <a:prstGeom prst="rect">
                <a:avLst/>
              </a:prstGeom>
              <a:blipFill>
                <a:blip r:embed="rId6"/>
                <a:stretch>
                  <a:fillRect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9A91FD78-5FE4-FD62-02C7-81DC06E8DA6B}"/>
              </a:ext>
            </a:extLst>
          </p:cNvPr>
          <p:cNvCxnSpPr>
            <a:cxnSpLocks/>
          </p:cNvCxnSpPr>
          <p:nvPr/>
        </p:nvCxnSpPr>
        <p:spPr>
          <a:xfrm flipV="1">
            <a:off x="4561460" y="2237931"/>
            <a:ext cx="1272957" cy="143220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7ED6F1E8-FD54-AE59-B389-DBF453CCD2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64109" y="1819002"/>
                <a:ext cx="1014599" cy="45140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𝑆𝑦𝑛𝑡h𝑤𝑎𝑣𝑒</m:t>
                      </m:r>
                    </m:oMath>
                  </m:oMathPara>
                </a14:m>
                <a:endParaRPr lang="de-DE" i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7ED6F1E8-FD54-AE59-B389-DBF453CCD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109" y="1819002"/>
                <a:ext cx="1014599" cy="451409"/>
              </a:xfrm>
              <a:prstGeom prst="rect">
                <a:avLst/>
              </a:prstGeom>
              <a:blipFill>
                <a:blip r:embed="rId7"/>
                <a:stretch>
                  <a:fillRect l="-19880" r="-13855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12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Breitbild</PresentationFormat>
  <Paragraphs>15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Siekmann, Axel [Cpro Industry Projects &amp; Solutions GmbH]</dc:creator>
  <cp:lastModifiedBy>Siekmann, Axel [Cpro Industry Projects &amp; Solutions GmbH]</cp:lastModifiedBy>
  <cp:revision>9</cp:revision>
  <dcterms:created xsi:type="dcterms:W3CDTF">2026-06-10T17:01:02Z</dcterms:created>
  <dcterms:modified xsi:type="dcterms:W3CDTF">2026-06-17T17:01:40Z</dcterms:modified>
</cp:coreProperties>
</file>