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1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50F5AE-9E1D-A27D-7440-44A67A8D1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2BC6C2-6FE5-C9E9-A07B-83E4A3AC7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CF0208-8127-5E30-B22B-7AA951DD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D6AEF2-E3BD-0AAB-FBF7-73E0B5DE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140425-FC11-AFB3-E97D-FB947667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601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51687C-EBDC-E8C0-BBAE-61F8A3C92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E228DF-46F3-4972-4BB2-B96537A96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F44792-BD6D-76F0-A364-AC01B038F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BCE4CA-5DB9-BBD3-4872-5E25CAE4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D93E5B-35D7-1077-57FF-39D2423A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65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648F9C-8248-725D-7074-46D3BFC9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850D19-0C11-3CC3-780F-0D90C1E98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1E1A14-6AA3-1C2D-66C0-FD7753F5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3C6390-AE95-B139-E86F-103F3FC52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7399F3-5367-9C6E-4EC8-3D5751D8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8179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19F17E-33F5-E638-5E99-C3E4F99E1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D0223E-E405-D324-7B2C-7A7AC343C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0C9058E-05EC-7EEC-06BB-9FD073493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D1D6701-8743-F1A7-3E57-E3FA8315F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1F6E08-CDDF-A95B-90A0-9452242A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2349BA-E7A7-4395-9A91-5649CEBEA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2411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B6C6F6-97A9-EC1B-DD76-6D35A179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290FF8-5C1D-40D7-035E-A252DAF9E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B79690-4AEE-A55A-8089-BC7CF5031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AADC246-016D-C302-3837-B0EDE252F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57D1B3D-D4C3-9BBA-D7B1-3C1C1A94D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047E87-5EA6-A318-F001-6A957A0F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E39578E-AC00-5768-CF70-017D7DD29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80785F6-7945-51FB-23D5-742DB959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8158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6FE467-67A7-6EDF-6A7C-A722281E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1B4C86-56E3-40A9-DB7D-902883D1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DBF455-216E-67B0-8A56-169A8387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6681EB-B74D-DEC1-7A4B-83953869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68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A442EEC-2CA2-36EA-9F9D-19028B50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6087E8C-FC51-46B9-97C4-55EBF6CA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6AE00F-2227-5145-E05F-1C11D3FE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296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FB2E24-6A6D-F36B-9EC5-4F493A23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5E707F-7929-910C-253F-AD59CC69F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626CDF-9ACA-B0DE-7586-890472066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029468-A4DB-A5ED-8931-62702B372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452D51-42FE-5491-9523-74A542CC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EA6EB4-AEE0-D17E-09C0-159B3787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2135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3C5C10-557D-4C48-3ECD-9032B8DAF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DCBD04C-EE2B-59FE-22FF-BE8E5A0C82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263BB2-1A02-A359-F700-7A3FA698E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320C79-1A8F-114B-2842-D958EB760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5225EF-A2D6-4A78-E663-C80F65D2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0058EE-0320-FCB6-DFC9-30EEE410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93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0D6B9-7DDA-BB49-2B44-0296EC5BB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A3DEC3-4AFD-C448-27D8-5D11F422B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3FBE3C-B95E-D540-0308-25923D3A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5EB6FC-A979-52D6-4126-A774CA2A7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1AF155-62CA-D718-E1A5-85740043D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766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E9054CF-07FF-56B5-5CE2-E9D13BAB3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BB7477-8587-259E-6472-46F071938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CCFA9E-887D-1227-C3FD-6A675C04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E65D8F-B329-6D5F-B2C8-8E47C6E49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A09560-6E56-F8C8-124D-949DE2EB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941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A971F4A-8694-0115-1273-4152F5DD9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6C915C-5DA1-1390-F3EB-380CE66F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F89D00-7276-A0B2-172F-3BAA8EDB6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D99341-FB4E-1038-A408-AC1A65588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30024C-58F9-1F03-6D2B-483A0F773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802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1077BC41-A296-8251-AF90-BA94562025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47610" y="4584919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1077BC41-A296-8251-AF90-BA9456202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610" y="4584919"/>
                <a:ext cx="451409" cy="4514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7A9CC9EC-7945-144A-AAEA-9C7AAFEA1B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62185" y="3428999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7A9CC9EC-7945-144A-AAEA-9C7AAFEA1B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185" y="3428999"/>
                <a:ext cx="451409" cy="45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0A88C1E6-823D-D655-C501-DF2FF1B60C6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63545" y="3432623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0A88C1E6-823D-D655-C501-DF2FF1B60C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545" y="3432623"/>
                <a:ext cx="451409" cy="4514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03ED84D2-3D86-C85E-E025-8551D78274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47609" y="2273077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03ED84D2-3D86-C85E-E025-8551D78274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609" y="2273077"/>
                <a:ext cx="451409" cy="4514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eck 7">
            <a:extLst>
              <a:ext uri="{FF2B5EF4-FFF2-40B4-BE49-F238E27FC236}">
                <a16:creationId xmlns:a16="http://schemas.microsoft.com/office/drawing/2014/main" id="{3CFB95A0-5361-42D8-5822-759A7A43C726}"/>
              </a:ext>
            </a:extLst>
          </p:cNvPr>
          <p:cNvSpPr>
            <a:spLocks noChangeAspect="1"/>
          </p:cNvSpPr>
          <p:nvPr/>
        </p:nvSpPr>
        <p:spPr>
          <a:xfrm>
            <a:off x="6047611" y="3428998"/>
            <a:ext cx="451409" cy="4514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∫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A0F8C2D4-59D0-51B9-BFC3-2971319423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25591" y="3429000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A0F8C2D4-59D0-51B9-BFC3-2971319423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591" y="3429000"/>
                <a:ext cx="451409" cy="4514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EC7F2EB2-D198-AB61-1EAF-4CFF66BDBE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26683" y="3423824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EC7F2EB2-D198-AB61-1EAF-4CFF66BDBE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6683" y="3423824"/>
                <a:ext cx="451409" cy="4514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8D3FBB95-FFED-BA29-69EE-B6A4145F0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93377" y="3190216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8D3FBB95-FFED-BA29-69EE-B6A4145F0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377" y="3190216"/>
                <a:ext cx="451409" cy="4514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03B2421F-A361-C987-50D7-7A4F45524906}"/>
              </a:ext>
            </a:extLst>
          </p:cNvPr>
          <p:cNvCxnSpPr>
            <a:cxnSpLocks/>
          </p:cNvCxnSpPr>
          <p:nvPr/>
        </p:nvCxnSpPr>
        <p:spPr>
          <a:xfrm flipV="1">
            <a:off x="1778705" y="3654703"/>
            <a:ext cx="1185185" cy="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5D75F659-88A1-FCF2-8554-51F9F815BE4F}"/>
                  </a:ext>
                </a:extLst>
              </p:cNvPr>
              <p:cNvSpPr/>
              <p:nvPr/>
            </p:nvSpPr>
            <p:spPr>
              <a:xfrm>
                <a:off x="4478119" y="3402843"/>
                <a:ext cx="504967" cy="5049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e-DE" b="0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5D75F659-88A1-FCF2-8554-51F9F815BE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119" y="3402843"/>
                <a:ext cx="504967" cy="50496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E4E469C-6D56-0E6E-5D51-0DC7E240DE57}"/>
              </a:ext>
            </a:extLst>
          </p:cNvPr>
          <p:cNvCxnSpPr>
            <a:cxnSpLocks/>
            <a:stCxn id="5" idx="3"/>
            <a:endCxn id="15" idx="2"/>
          </p:cNvCxnSpPr>
          <p:nvPr/>
        </p:nvCxnSpPr>
        <p:spPr>
          <a:xfrm>
            <a:off x="3413594" y="3654704"/>
            <a:ext cx="1064525" cy="62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16DCEDF2-0B6C-6CD8-6DC6-D3D867F25E90}"/>
              </a:ext>
            </a:extLst>
          </p:cNvPr>
          <p:cNvCxnSpPr>
            <a:cxnSpLocks/>
            <a:stCxn id="15" idx="6"/>
            <a:endCxn id="8" idx="1"/>
          </p:cNvCxnSpPr>
          <p:nvPr/>
        </p:nvCxnSpPr>
        <p:spPr>
          <a:xfrm flipV="1">
            <a:off x="4983086" y="3654703"/>
            <a:ext cx="1064525" cy="624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6084283D-2784-71E8-EC54-8941140BBE44}"/>
                  </a:ext>
                </a:extLst>
              </p:cNvPr>
              <p:cNvSpPr/>
              <p:nvPr/>
            </p:nvSpPr>
            <p:spPr>
              <a:xfrm>
                <a:off x="9200139" y="3402843"/>
                <a:ext cx="504967" cy="5049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e-DE" b="0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6084283D-2784-71E8-EC54-8941140BBE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0139" y="3402843"/>
                <a:ext cx="504967" cy="504967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C5D3987C-455F-FC20-62F6-34322365D592}"/>
              </a:ext>
            </a:extLst>
          </p:cNvPr>
          <p:cNvCxnSpPr>
            <a:cxnSpLocks/>
          </p:cNvCxnSpPr>
          <p:nvPr/>
        </p:nvCxnSpPr>
        <p:spPr>
          <a:xfrm flipV="1">
            <a:off x="9723302" y="3649529"/>
            <a:ext cx="1185185" cy="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E3A2530-CE68-C563-1097-F43C7D2A4D2E}"/>
              </a:ext>
            </a:extLst>
          </p:cNvPr>
          <p:cNvCxnSpPr>
            <a:cxnSpLocks/>
            <a:stCxn id="6" idx="3"/>
            <a:endCxn id="22" idx="2"/>
          </p:cNvCxnSpPr>
          <p:nvPr/>
        </p:nvCxnSpPr>
        <p:spPr>
          <a:xfrm flipV="1">
            <a:off x="8014954" y="3655327"/>
            <a:ext cx="1185185" cy="300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A28E0C86-277E-CD47-AD3C-CA2BB4ABE531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6499020" y="3654703"/>
            <a:ext cx="1064525" cy="3625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erbinder: gewinkelt 33">
            <a:extLst>
              <a:ext uri="{FF2B5EF4-FFF2-40B4-BE49-F238E27FC236}">
                <a16:creationId xmlns:a16="http://schemas.microsoft.com/office/drawing/2014/main" id="{9E88CBB1-4EF3-C3B8-01F5-B8E913353B92}"/>
              </a:ext>
            </a:extLst>
          </p:cNvPr>
          <p:cNvCxnSpPr>
            <a:endCxn id="7" idx="1"/>
          </p:cNvCxnSpPr>
          <p:nvPr/>
        </p:nvCxnSpPr>
        <p:spPr>
          <a:xfrm flipV="1">
            <a:off x="2320119" y="2498782"/>
            <a:ext cx="3727490" cy="1157733"/>
          </a:xfrm>
          <a:prstGeom prst="bentConnector3">
            <a:avLst>
              <a:gd name="adj1" fmla="val 388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erbinder: gewinkelt 35">
            <a:extLst>
              <a:ext uri="{FF2B5EF4-FFF2-40B4-BE49-F238E27FC236}">
                <a16:creationId xmlns:a16="http://schemas.microsoft.com/office/drawing/2014/main" id="{41482D98-7545-81CB-6BB8-02F1F76C58B5}"/>
              </a:ext>
            </a:extLst>
          </p:cNvPr>
          <p:cNvCxnSpPr>
            <a:cxnSpLocks/>
            <a:stCxn id="7" idx="3"/>
            <a:endCxn id="22" idx="0"/>
          </p:cNvCxnSpPr>
          <p:nvPr/>
        </p:nvCxnSpPr>
        <p:spPr>
          <a:xfrm>
            <a:off x="6499018" y="2498782"/>
            <a:ext cx="2953605" cy="904061"/>
          </a:xfrm>
          <a:prstGeom prst="bentConnector2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erbinder: gewinkelt 38">
            <a:extLst>
              <a:ext uri="{FF2B5EF4-FFF2-40B4-BE49-F238E27FC236}">
                <a16:creationId xmlns:a16="http://schemas.microsoft.com/office/drawing/2014/main" id="{AA0DEB42-0D1B-B8B1-1198-A0CD8EFF55C2}"/>
              </a:ext>
            </a:extLst>
          </p:cNvPr>
          <p:cNvCxnSpPr>
            <a:cxnSpLocks/>
          </p:cNvCxnSpPr>
          <p:nvPr/>
        </p:nvCxnSpPr>
        <p:spPr>
          <a:xfrm rot="5400000">
            <a:off x="6174552" y="3972917"/>
            <a:ext cx="1168999" cy="520063"/>
          </a:xfrm>
          <a:prstGeom prst="bentConnector2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erbinder: gewinkelt 42">
            <a:extLst>
              <a:ext uri="{FF2B5EF4-FFF2-40B4-BE49-F238E27FC236}">
                <a16:creationId xmlns:a16="http://schemas.microsoft.com/office/drawing/2014/main" id="{001BA320-B2BF-057B-05EB-2C11B6983E11}"/>
              </a:ext>
            </a:extLst>
          </p:cNvPr>
          <p:cNvCxnSpPr>
            <a:cxnSpLocks/>
            <a:stCxn id="4" idx="1"/>
            <a:endCxn id="15" idx="4"/>
          </p:cNvCxnSpPr>
          <p:nvPr/>
        </p:nvCxnSpPr>
        <p:spPr>
          <a:xfrm rot="10800000">
            <a:off x="4730604" y="3907810"/>
            <a:ext cx="1317007" cy="902814"/>
          </a:xfrm>
          <a:prstGeom prst="bentConnector2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412FA211-A703-6423-2FAB-ADBC7867FB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22022" y="3176515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DE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412FA211-A703-6423-2FAB-ADBC7867FB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022" y="3176515"/>
                <a:ext cx="451409" cy="4514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6077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Breitbild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Siekmann, Axel [Cpro Industry Projects &amp; Solutions GmbH]</dc:creator>
  <cp:lastModifiedBy>Siekmann, Axel [Cpro Industry Projects &amp; Solutions GmbH]</cp:lastModifiedBy>
  <cp:revision>6</cp:revision>
  <dcterms:created xsi:type="dcterms:W3CDTF">2026-06-10T17:01:02Z</dcterms:created>
  <dcterms:modified xsi:type="dcterms:W3CDTF">2026-06-10T18:04:54Z</dcterms:modified>
</cp:coreProperties>
</file>